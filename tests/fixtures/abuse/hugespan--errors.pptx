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"/>
          <p:cNvGraphicFramePr/>
          <p:nvPr/>
        </p:nvGraphicFramePr>
        <a:graphic>
          <a:graphicData uri="http://schemas.openxmlformats.org/drawingml/2006/table">
            <a:tbl>
              <a:tr>
                <a:tc gridSpan="2000000000" rowSpan="2000000000">
                  <a:txBody>
                    <a:bodyPr/>
                    <a:p>
                      <a:r>
                        <a:t>x</a:t>
                      </a:r>
                    </a:p>
                  </a:txBody>
                </a:tc>
              </a:tr>
            </a:tbl>
          </a:graphicData>
        </a:graphic>
      </p:graphicFrame>
    </p:spTree>
  </p:cSld>
</p:sld>
</file>