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Relationship Id="rId5" Type="http://schemas.openxmlformats.org/officeDocument/2006/relationships/slide" Target="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rPr>
                <a:hlinkClick r:id="rId5"/>
              </a:rPr>
              <a:t>Link to the first part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Middle slide</a:t>
            </a:r>
          </a:p>
        </p:txBody>
      </p:sp>
    </p:spTree>
  </p:cSld>
</p:sld>
</file>