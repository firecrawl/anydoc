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>
      <a:lvl1pPr>
        <a:defRPr i="1"/>
      </a:lvl1pPr>
    </p:titleStyle>
    <p:bodyStyle>
      <a:lvl1pPr>
        <a:defRPr b="1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Styled Title</a:t>
            </a:r>
          </a:p>
        </p:txBody>
      </p:sp>
      <p:sp>
        <p:nvSpPr>
          <p:cNvPr id="3" name="Subtitle"/>
          <p:cNvSpPr/>
          <p:nvPr>
            <p:ph type="subTitle" idx="1"/>
          </p:nvPr>
        </p:nvSpPr>
        <p:spPr/>
        <p:txBody>
          <a:bodyPr/>
          <a:p>
            <a:r>
              <a:t>Styled Subtitle</a:t>
            </a:r>
          </a:p>
        </p:txBody>
      </p:sp>
      <p:sp>
        <p:nvSpPr>
          <p:cNvPr id="4" name="Body"/>
          <p:cNvSpPr/>
          <p:nvPr>
            <p:ph type="body" idx="2"/>
          </p:nvPr>
        </p:nvSpPr>
        <p:spPr/>
        <p:txBody>
          <a:bodyPr/>
          <a:p>
            <a:r>
              <a:t>Styled Body</a:t>
            </a:r>
          </a:p>
        </p:txBody>
      </p:sp>
    </p:spTree>
  </p:cSld>
</p:sld>
</file>