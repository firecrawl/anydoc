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a14="http://schemas.microsoft.com/office/drawing/2010/main" xmlns:m="http://schemas.openxmlformats.org/officeDocument/2006/math">
  <p:cSld>
    <p:spTree>
      <p:sp>
        <p:txBody>
          <a:bodyPr/>
          <a:p>
            <a:r>
              <a:t>Energy: </a:t>
            </a:r>
            <mc:AlternateContent>
              <mc:Choice Requires="a14">
                <a14:m>
                  <m:oMath>
                    <m:r>
                      <m:t>E=m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t>[image of the equation]</a:t>
                </a:r>
              </mc:Fallback>
            </mc:AlternateContent>
            <a:r>
              <a:t> exactly.</a:t>
            </a:r>
          </a:p>
          <a:p>
            <a14:m>
              <m:oMath>
                <m:f>
                  <m:num>
                    <m:r>
                      <m:t>a</m:t>
                    </m:r>
                  </m:num>
                  <m:den>
                    <m:r>
                      <m:t>b</m:t>
                    </m:r>
                  </m:den>
                </m:f>
              </m:oMath>
            </a14:m>
          </a:p>
        </p:txBody>
      </p:sp>
    </p:spTree>
  </p:cSld>
</p:sld>
</file>