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slides/_rels/slide1.xml.rels><?xml version="1.0" encoding="UTF-8" standalone="yes"?>
<Relationships xmlns="http://schemas.openxmlformats.org/package/2006/relationships">
<Relationship Id="rId5" Type="http://schemas.openxmlformats.org/officeDocument/2006/relationships/slide" Target="slide2.xml"/>
<Relationship Id="rId6" Type="http://schemas.openxmlformats.org/officeDocument/2006/relationships/hyperlink" Target="https://example.com/" TargetMode="Externa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dy"/>
          <p:cNvSpPr/>
          <p:nvPr/>
        </p:nvSpPr>
        <p:spPr/>
        <p:txBody>
          <a:bodyPr/>
          <a:p>
            <a:r>
              <a:rPr>
                <a:hlinkClick r:id="rId5"/>
              </a:rPr>
              <a:t>Jump to the second slide</a:t>
            </a:r>
          </a:p>
          <a:p>
            <a:r>
              <a:rPr>
                <a:hlinkClick r:id="rId6"/>
              </a:rPr>
              <a:t>External link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dy"/>
          <p:cNvSpPr/>
          <p:nvPr/>
        </p:nvSpPr>
        <p:spPr/>
        <p:txBody>
          <a:bodyPr/>
          <a:p>
            <a:r>
              <a:t>Second slide content</a:t>
            </a:r>
          </a:p>
        </p:txBody>
      </p:sp>
    </p:spTree>
  </p:cSld>
</p:sld>
</file>